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87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6559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rplesec.us/security-insights/nato-data-leake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447800" y="2514600"/>
            <a:ext cx="70866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 501 : CYBER SECURITY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371600" y="4419600"/>
            <a:ext cx="70866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dirty="0">
                <a:solidFill>
                  <a:schemeClr val="dk1"/>
                </a:solidFill>
              </a:rPr>
              <a:t>Chapter 7 – Cybercrime Illustrations, Examples and Mini-Cases</a:t>
            </a:r>
            <a:endParaRPr lang="en-US"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1" name="Google Shape;91;p13" descr="Types of Operating systems | Instrumentation and Control Engineeri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2575" y="160338"/>
            <a:ext cx="3609438" cy="163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575" y="207169"/>
            <a:ext cx="297180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457200" y="179104"/>
            <a:ext cx="8229600" cy="8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Let’s Start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457200" y="1037230"/>
            <a:ext cx="8371112" cy="5684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3200"/>
              <a:buNone/>
            </a:pPr>
            <a:r>
              <a:rPr lang="en-US" dirty="0">
                <a:solidFill>
                  <a:srgbClr val="538CD5"/>
                </a:solidFill>
              </a:rPr>
              <a:t>Topics:</a:t>
            </a:r>
            <a:endParaRPr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rgbClr val="538CD5"/>
                </a:solidFill>
              </a:rPr>
              <a:t>7.1 Real-Life Examples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rgbClr val="538CD5"/>
                </a:solidFill>
              </a:rPr>
              <a:t>7.2 Mini-Cases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rgbClr val="538CD5"/>
                </a:solidFill>
              </a:rPr>
              <a:t>7.3 Illustrations of Financial Frauds in Cyber Domain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rgbClr val="538CD5"/>
                </a:solidFill>
              </a:rPr>
              <a:t>7.4 Digital Signature-Related Crime Scenarios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rgbClr val="538CD5"/>
                </a:solidFill>
              </a:rPr>
              <a:t>7.5 Digital Forensics Case Illustrations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rgbClr val="538CD5"/>
                </a:solidFill>
              </a:rPr>
              <a:t>7.6 Online Scams</a:t>
            </a: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1" name="Google Shape;101;p14" descr="QA Software Testing | WebGreedy Technologi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437815"/>
            <a:ext cx="4256312" cy="319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600"/>
              <a:t>Organizational Implications: Cost of cybercrimes and IPR issues</a:t>
            </a:r>
            <a:endParaRPr sz="2600"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228600" y="902825"/>
            <a:ext cx="8763000" cy="586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 dirty="0">
                <a:solidFill>
                  <a:srgbClr val="538CD5"/>
                </a:solidFill>
              </a:rPr>
              <a:t>1. Sensitive NATO Data Leaked After Cyber Attack On Portugal’s Armed Forces: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solidFill>
                  <a:srgbClr val="538CD5"/>
                </a:solidFill>
              </a:rPr>
              <a:t>- On September 8, Portuguese local news organization, </a:t>
            </a:r>
            <a:r>
              <a:rPr lang="en-US" sz="2000" dirty="0" err="1">
                <a:solidFill>
                  <a:srgbClr val="538CD5"/>
                </a:solidFill>
              </a:rPr>
              <a:t>Diario</a:t>
            </a:r>
            <a:r>
              <a:rPr lang="en-US" sz="2000" dirty="0">
                <a:solidFill>
                  <a:srgbClr val="538CD5"/>
                </a:solidFill>
              </a:rPr>
              <a:t> de </a:t>
            </a:r>
            <a:r>
              <a:rPr lang="en-US" sz="2000" dirty="0" err="1">
                <a:solidFill>
                  <a:srgbClr val="538CD5"/>
                </a:solidFill>
              </a:rPr>
              <a:t>Noticias</a:t>
            </a:r>
            <a:r>
              <a:rPr lang="en-US" sz="2000" dirty="0">
                <a:solidFill>
                  <a:srgbClr val="538CD5"/>
                </a:solidFill>
              </a:rPr>
              <a:t> reported that the Portuguese Government’s Department of Defense has allegedly been a subject of a cyber security data breach involving exfiltration of confidential NATO documents.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solidFill>
                  <a:srgbClr val="538CD5"/>
                </a:solidFill>
              </a:rPr>
              <a:t>The General Staff of the Armed Forces (EMGFA) was the department that was attacked and hundreds of documents were found for sale on the dark web.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solidFill>
                  <a:srgbClr val="538CD5"/>
                </a:solidFill>
              </a:rPr>
              <a:t>The department that was attacked only found out about the incident after US intelligence informed them of 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solidFill>
                  <a:srgbClr val="538CD5"/>
                </a:solidFill>
              </a:rPr>
              <a:t>Portugal’s Prime Minister António Costa was informed about the breach through the US embassy in Lisbon.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534400" y="640080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600"/>
              <a:t>Organizational Implications: Cost of cybercrimes and IPR issues</a:t>
            </a:r>
            <a:endParaRPr sz="2600"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228600" y="902825"/>
            <a:ext cx="8763000" cy="5863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solidFill>
                  <a:srgbClr val="538CD5"/>
                </a:solidFill>
              </a:rPr>
              <a:t>- According to the report, a team of security experts from the National Security Office and also a team from Portugal’s national cyber security center investigated the attack and the network and it was established that unsecured channels were used for sending and receiving classified documents.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>
                <a:solidFill>
                  <a:srgbClr val="538CD5"/>
                </a:solidFill>
              </a:rPr>
              <a:t>Later on, they also came to the conclusion that the attack was constructed in such a manner that it was undetectable and it was launched through a bot network that was primarily designed to obtain sensitive data.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IN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IN"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 sz="2000">
                <a:solidFill>
                  <a:srgbClr val="538CD5"/>
                </a:solidFill>
                <a:hlinkClick r:id="rId3"/>
              </a:rPr>
              <a:t>https://purplesec.us/security-insights/nato-data-leaked/</a:t>
            </a:r>
            <a:endParaRPr lang="en-IN" sz="200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dirty="0">
              <a:solidFill>
                <a:srgbClr val="538CD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dirty="0"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8534400" y="640080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313" name="Google Shape;313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14" name="Google Shape;314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315" name="Google Shape;3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2259" y="2214924"/>
            <a:ext cx="4409954" cy="329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282</Words>
  <Application>Microsoft Office PowerPoint</Application>
  <PresentationFormat>On-screen Show (4:3)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CA 501 : CYBER SECURITY</vt:lpstr>
      <vt:lpstr>Let’s Start</vt:lpstr>
      <vt:lpstr>Organizational Implications: Cost of cybercrimes and IPR issues</vt:lpstr>
      <vt:lpstr>Organizational Implications: Cost of cybercrimes and IPR issues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 501 : CYBER SECURITY</dc:title>
  <dc:creator>Administrator</dc:creator>
  <cp:lastModifiedBy>Darshana Yadav</cp:lastModifiedBy>
  <cp:revision>8</cp:revision>
  <dcterms:modified xsi:type="dcterms:W3CDTF">2022-09-24T09:58:50Z</dcterms:modified>
</cp:coreProperties>
</file>